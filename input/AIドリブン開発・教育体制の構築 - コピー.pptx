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6774820" r:id="rId3"/>
  </p:sldIdLst>
  <p:sldSz cx="12192000" cy="6858000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1677482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ED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イメージプレースホルダ 1"/>
          <p:cNvSpPr/>
          <p:nvPr>
            <p:ph type="sldImg" idx="2"/>
          </p:nvPr>
        </p:nvSpPr>
        <p:spPr/>
      </p:sp>
      <p:sp>
        <p:nvSpPr>
          <p:cNvPr id="3" name="文字列プレースホルダ 2"/>
          <p:cNvSpPr/>
          <p:nvPr>
            <p:ph type="body" idx="3"/>
          </p:nvPr>
        </p:nvSpPr>
        <p:spPr/>
        <p:txBody>
          <a:bodyPr/>
          <a:p>
            <a:endParaRPr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sv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>
            <a:grpSpLocks noGrp="1" noRot="1" noMove="1" noResize="1" noUngrp="1"/>
          </p:cNvGrpSpPr>
          <p:nvPr userDrawn="1"/>
        </p:nvGrpSpPr>
        <p:grpSpPr>
          <a:xfrm>
            <a:off x="-1" y="0"/>
            <a:ext cx="12191999" cy="6858000"/>
            <a:chOff x="-1" y="0"/>
            <a:chExt cx="12191999" cy="6858000"/>
          </a:xfrm>
        </p:grpSpPr>
        <p:pic>
          <p:nvPicPr>
            <p:cNvPr id="4" name="図 3" descr="クロスワードパズル, テキスト, 建物, 大きい が含まれている画像&#10;&#10;自動的に生成された説明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2">
              <a:alphaModFix amt="50000"/>
            </a:blip>
            <a:srcRect l="52126" t="11706" b="3961"/>
            <a:stretch>
              <a:fillRect/>
            </a:stretch>
          </p:blipFill>
          <p:spPr>
            <a:xfrm>
              <a:off x="6355079" y="0"/>
              <a:ext cx="5836919" cy="6858000"/>
            </a:xfrm>
            <a:prstGeom prst="rect">
              <a:avLst/>
            </a:prstGeom>
          </p:spPr>
        </p:pic>
        <p:grpSp>
          <p:nvGrpSpPr>
            <p:cNvPr id="10" name="グループ化 9"/>
            <p:cNvGrpSpPr>
              <a:grpSpLocks noGrp="1" noRot="1" noMove="1" noResize="1" noUngrp="1"/>
            </p:cNvGrpSpPr>
            <p:nvPr userDrawn="1"/>
          </p:nvGrpSpPr>
          <p:grpSpPr>
            <a:xfrm>
              <a:off x="-1" y="0"/>
              <a:ext cx="6355081" cy="6858000"/>
              <a:chOff x="-1" y="0"/>
              <a:chExt cx="6355081" cy="6858000"/>
            </a:xfrm>
          </p:grpSpPr>
          <p:sp>
            <p:nvSpPr>
              <p:cNvPr id="8" name="正方形/長方形 7"/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" y="6553199"/>
                <a:ext cx="6355079" cy="3048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pic>
            <p:nvPicPr>
              <p:cNvPr id="9" name="図 8" descr="クロスワードパズル, テキスト, 建物, 大きい が含まれている画像&#10;&#10;自動的に生成された説明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 rotWithShape="1">
              <a:blip r:embed="rId2">
                <a:alphaModFix amt="50000"/>
              </a:blip>
              <a:srcRect t="11706" r="47875" b="3961"/>
              <a:stretch>
                <a:fillRect/>
              </a:stretch>
            </p:blipFill>
            <p:spPr>
              <a:xfrm>
                <a:off x="-1" y="0"/>
                <a:ext cx="6355079" cy="6858000"/>
              </a:xfrm>
              <a:prstGeom prst="rect">
                <a:avLst/>
              </a:prstGeom>
            </p:spPr>
          </p:pic>
        </p:grpSp>
        <p:pic>
          <p:nvPicPr>
            <p:cNvPr id="13" name="図 12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88" y="432833"/>
              <a:ext cx="1295400" cy="698500"/>
            </a:xfrm>
            <a:prstGeom prst="rect">
              <a:avLst/>
            </a:prstGeom>
          </p:spPr>
        </p:pic>
      </p:grpSp>
      <p:sp>
        <p:nvSpPr>
          <p:cNvPr id="6" name="タイトル 1"/>
          <p:cNvSpPr>
            <a:spLocks noGrp="1"/>
          </p:cNvSpPr>
          <p:nvPr userDrawn="1">
            <p:ph type="ctrTitle" hasCustomPrompt="1"/>
          </p:nvPr>
        </p:nvSpPr>
        <p:spPr>
          <a:xfrm>
            <a:off x="658813" y="2855743"/>
            <a:ext cx="10874376" cy="720000"/>
          </a:xfrm>
          <a:prstGeom prst="rect">
            <a:avLst/>
          </a:prstGeom>
        </p:spPr>
        <p:txBody>
          <a:bodyPr vert="horz" lIns="0" tIns="36000" rIns="0" bIns="0" anchor="ctr">
            <a:noAutofit/>
          </a:bodyPr>
          <a:lstStyle>
            <a:lvl1pPr algn="l"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  <a:endParaRPr kumimoji="1" lang="ja-JP" altLang="en-US"/>
          </a:p>
        </p:txBody>
      </p:sp>
      <p:sp>
        <p:nvSpPr>
          <p:cNvPr id="7" name="サブタイトル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58813" y="3602038"/>
            <a:ext cx="10874376" cy="407254"/>
          </a:xfrm>
          <a:prstGeom prst="rect">
            <a:avLst/>
          </a:prstGeom>
        </p:spPr>
        <p:txBody>
          <a:bodyPr lIns="0" tIns="36000" rIns="0" bIns="0" anchor="ctr"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03480"/>
            <a:ext cx="11269661" cy="3318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58813" y="625823"/>
            <a:ext cx="11269662" cy="3901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44145" indent="-144145" algn="l">
              <a:lnSpc>
                <a:spcPct val="110000"/>
              </a:lnSpc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リード文</a:t>
            </a:r>
            <a:endParaRPr kumimoji="1" lang="en-US" altLang="ja-JP"/>
          </a:p>
          <a:p>
            <a:r>
              <a:rPr kumimoji="1" lang="ja-JP" altLang="en-US"/>
              <a:t>リード文</a:t>
            </a:r>
            <a:endParaRPr kumimoji="1" lang="ja-JP" altLang="en-US"/>
          </a:p>
        </p:txBody>
      </p:sp>
      <p:grpSp>
        <p:nvGrpSpPr>
          <p:cNvPr id="16" name="グループ化 15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6" name="直線コネクタ 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グループ化 10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2" name="図 11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3" name="直線コネクタ 12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80508" y="218366"/>
            <a:ext cx="11247967" cy="7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grpSp>
        <p:nvGrpSpPr>
          <p:cNvPr id="15" name="グループ化 14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電子機器, 回路 が含まれている画像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50000"/>
          </a:blip>
          <a:srcRect t="11788" b="38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/>
          <p:cNvSpPr>
            <a:spLocks noGrp="1"/>
          </p:cNvSpPr>
          <p:nvPr>
            <p:ph type="title" hasCustomPrompt="1"/>
          </p:nvPr>
        </p:nvSpPr>
        <p:spPr>
          <a:xfrm>
            <a:off x="658812" y="3126265"/>
            <a:ext cx="10874376" cy="627743"/>
          </a:xfrm>
          <a:prstGeom prst="rect">
            <a:avLst/>
          </a:prstGeom>
        </p:spPr>
        <p:txBody>
          <a:bodyPr lIns="0" tIns="72000" rIns="0" bIns="0"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rofi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>
            <a:grpSpLocks noGrp="1" noRot="1" noMove="1" noResize="1" noUngrp="1"/>
          </p:cNvGrpSpPr>
          <p:nvPr userDrawn="1"/>
        </p:nvGrpSpPr>
        <p:grpSpPr>
          <a:xfrm>
            <a:off x="0" y="-61131"/>
            <a:ext cx="12192001" cy="6980262"/>
            <a:chOff x="0" y="-61131"/>
            <a:chExt cx="12192001" cy="6980262"/>
          </a:xfrm>
        </p:grpSpPr>
        <p:grpSp>
          <p:nvGrpSpPr>
            <p:cNvPr id="3" name="グループ化 2"/>
            <p:cNvGrpSpPr>
              <a:grpSpLocks noGrp="1" noRot="1" noMove="1" noResize="1" noUngrp="1"/>
            </p:cNvGrpSpPr>
            <p:nvPr/>
          </p:nvGrpSpPr>
          <p:grpSpPr>
            <a:xfrm>
              <a:off x="0" y="-3548"/>
              <a:ext cx="4287668" cy="6867338"/>
              <a:chOff x="0" y="-3548"/>
              <a:chExt cx="4287668" cy="6867338"/>
            </a:xfrm>
          </p:grpSpPr>
          <p:sp>
            <p:nvSpPr>
              <p:cNvPr id="5" name="正方形/長方形 4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281714" cy="6858000"/>
              </a:xfrm>
              <a:prstGeom prst="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grpSp>
            <p:nvGrpSpPr>
              <p:cNvPr id="6" name="グループ化 5"/>
              <p:cNvGrpSpPr>
                <a:grpSpLocks noGrp="1" noRot="1" noMove="1" noResize="1" noUngrp="1"/>
              </p:cNvGrpSpPr>
              <p:nvPr/>
            </p:nvGrpSpPr>
            <p:grpSpPr>
              <a:xfrm>
                <a:off x="0" y="-3548"/>
                <a:ext cx="4287668" cy="1270837"/>
                <a:chOff x="0" y="-3547"/>
                <a:chExt cx="3248580" cy="962858"/>
              </a:xfrm>
            </p:grpSpPr>
            <p:sp>
              <p:nvSpPr>
                <p:cNvPr id="11" name="フリーフォーム: 図形 10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5400000">
                  <a:off x="1142861" y="-1146408"/>
                  <a:ext cx="962858" cy="3248580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2" name="図 11" descr="挿絵 が含まれている画像&#10;&#10;自動的に生成された説明"/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9524" y="192969"/>
                  <a:ext cx="569913" cy="212923"/>
                </a:xfrm>
                <a:prstGeom prst="rect">
                  <a:avLst/>
                </a:prstGeom>
              </p:spPr>
            </p:pic>
          </p:grpSp>
          <p:grpSp>
            <p:nvGrpSpPr>
              <p:cNvPr id="7" name="グループ化 6"/>
              <p:cNvGrpSpPr>
                <a:grpSpLocks noGrp="1" noRot="1" noMove="1" noResize="1" noUngrp="1"/>
              </p:cNvGrpSpPr>
              <p:nvPr/>
            </p:nvGrpSpPr>
            <p:grpSpPr>
              <a:xfrm>
                <a:off x="1076136" y="5913194"/>
                <a:ext cx="3205581" cy="950596"/>
                <a:chOff x="1076136" y="5913194"/>
                <a:chExt cx="3205581" cy="950596"/>
              </a:xfrm>
            </p:grpSpPr>
            <p:sp>
              <p:nvSpPr>
                <p:cNvPr id="8" name="フリーフォーム: 図形 7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203868" y="4785462"/>
                  <a:ext cx="950113" cy="3205578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フリーフォーム: 図形 8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651959" y="5234031"/>
                  <a:ext cx="745220" cy="2514297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フリーフォーム: 図形 9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3008682" y="5590756"/>
                  <a:ext cx="582105" cy="1963964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4" name="正方形/長方形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81623" y="-61131"/>
              <a:ext cx="7910378" cy="698026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10800000" algn="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ja-JP" altLang="en-US" sz="1600"/>
            </a:p>
          </p:txBody>
        </p:sp>
      </p:grpSp>
      <p:cxnSp>
        <p:nvCxnSpPr>
          <p:cNvPr id="13" name="直線コネクタ 12"/>
          <p:cNvCxnSpPr/>
          <p:nvPr userDrawn="1"/>
        </p:nvCxnSpPr>
        <p:spPr>
          <a:xfrm>
            <a:off x="4745458" y="4527642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 userDrawn="1"/>
        </p:nvCxnSpPr>
        <p:spPr>
          <a:xfrm>
            <a:off x="4745458" y="2371857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グラフィックス 2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82856"/>
            <a:ext cx="134494" cy="338554"/>
          </a:xfrm>
          <a:prstGeom prst="rect">
            <a:avLst/>
          </a:prstGeom>
        </p:spPr>
      </p:pic>
      <p:pic>
        <p:nvPicPr>
          <p:cNvPr id="24" name="グラフィックス 2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647163"/>
            <a:ext cx="134494" cy="338554"/>
          </a:xfrm>
          <a:prstGeom prst="rect">
            <a:avLst/>
          </a:prstGeom>
        </p:spPr>
      </p:pic>
      <p:pic>
        <p:nvPicPr>
          <p:cNvPr id="27" name="グラフィックス 2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4802948"/>
            <a:ext cx="134494" cy="338554"/>
          </a:xfrm>
          <a:prstGeom prst="rect">
            <a:avLst/>
          </a:prstGeom>
        </p:spPr>
      </p:pic>
      <p:cxnSp>
        <p:nvCxnSpPr>
          <p:cNvPr id="38" name="直線コネクタ 37"/>
          <p:cNvCxnSpPr/>
          <p:nvPr userDrawn="1"/>
        </p:nvCxnSpPr>
        <p:spPr>
          <a:xfrm>
            <a:off x="809481" y="4383178"/>
            <a:ext cx="2910692" cy="0"/>
          </a:xfrm>
          <a:prstGeom prst="line">
            <a:avLst/>
          </a:prstGeom>
          <a:ln w="12700" cap="rnd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プレースホルダー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09481" y="4644534"/>
            <a:ext cx="2910692" cy="68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戦略部</a:t>
            </a:r>
            <a:endParaRPr kumimoji="1" lang="ja-JP" altLang="en-US"/>
          </a:p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計画ガバナンス</a:t>
            </a:r>
            <a:r>
              <a:rPr kumimoji="1" lang="en-US" altLang="ja-JP"/>
              <a:t>U</a:t>
            </a:r>
            <a:endParaRPr kumimoji="1" lang="en-US" altLang="ja-JP"/>
          </a:p>
        </p:txBody>
      </p:sp>
      <p:sp>
        <p:nvSpPr>
          <p:cNvPr id="41" name="テキスト プレースホルダー 3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09481" y="3725765"/>
            <a:ext cx="2910692" cy="4691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2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姓姓　名名</a:t>
            </a:r>
            <a:endParaRPr kumimoji="1" lang="ja-JP" altLang="en-US"/>
          </a:p>
        </p:txBody>
      </p:sp>
      <p:sp>
        <p:nvSpPr>
          <p:cNvPr id="44" name="テキスト プレースホルダー 3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045807" y="3171906"/>
            <a:ext cx="6882668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5" name="テキスト プレースホルダー 3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045807" y="5326255"/>
            <a:ext cx="3205579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7" name="テキスト プレースホルダー 3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45807" y="806162"/>
            <a:ext cx="852819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2025.01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r>
              <a:rPr kumimoji="1" lang="en-US" altLang="ja-JP"/>
              <a:t>2025.02</a:t>
            </a:r>
            <a:endParaRPr kumimoji="1" lang="en-US" altLang="ja-JP"/>
          </a:p>
          <a:p>
            <a:pPr lvl="0"/>
            <a:r>
              <a:rPr kumimoji="1" lang="en-US" altLang="ja-JP"/>
              <a:t>2025.03</a:t>
            </a:r>
            <a:endParaRPr kumimoji="1" lang="en-US" altLang="ja-JP"/>
          </a:p>
        </p:txBody>
      </p:sp>
      <p:sp>
        <p:nvSpPr>
          <p:cNvPr id="48" name="テキスト プレースホルダー 3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989320" y="806162"/>
            <a:ext cx="5939155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JERA</a:t>
            </a:r>
            <a:r>
              <a:rPr kumimoji="1" lang="ja-JP" altLang="en-US"/>
              <a:t>入社●●配属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52" name="テキスト ボックス 51"/>
          <p:cNvSpPr txBox="1"/>
          <p:nvPr userDrawn="1"/>
        </p:nvSpPr>
        <p:spPr>
          <a:xfrm>
            <a:off x="1730772" y="2146609"/>
            <a:ext cx="1068110" cy="500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Face Photo</a:t>
            </a:r>
            <a:endParaRPr kumimoji="1" lang="en-US" altLang="ja-JP" sz="14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6×6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39"/>
          <p:cNvSpPr>
            <a:spLocks noGrp="1"/>
          </p:cNvSpPr>
          <p:nvPr>
            <p:ph type="body" sz="quarter" idx="17" hasCustomPrompt="1"/>
          </p:nvPr>
        </p:nvSpPr>
        <p:spPr>
          <a:xfrm>
            <a:off x="5045807" y="2647339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主な担当業務</a:t>
            </a:r>
            <a:endParaRPr kumimoji="1" lang="en-US" altLang="ja-JP"/>
          </a:p>
        </p:txBody>
      </p:sp>
      <p:sp>
        <p:nvSpPr>
          <p:cNvPr id="54" name="テキスト プレースホルダー 39"/>
          <p:cNvSpPr>
            <a:spLocks noGrp="1"/>
          </p:cNvSpPr>
          <p:nvPr>
            <p:ph type="body" sz="quarter" idx="18" hasCustomPrompt="1"/>
          </p:nvPr>
        </p:nvSpPr>
        <p:spPr>
          <a:xfrm>
            <a:off x="5045807" y="4802948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趣味・特技など</a:t>
            </a:r>
            <a:endParaRPr kumimoji="1" lang="en-US" altLang="ja-JP"/>
          </a:p>
        </p:txBody>
      </p:sp>
      <p:sp>
        <p:nvSpPr>
          <p:cNvPr id="55" name="テキスト プレースホルダー 39"/>
          <p:cNvSpPr>
            <a:spLocks noGrp="1"/>
          </p:cNvSpPr>
          <p:nvPr>
            <p:ph type="body" sz="quarter" idx="19" hasCustomPrompt="1"/>
          </p:nvPr>
        </p:nvSpPr>
        <p:spPr>
          <a:xfrm>
            <a:off x="5045807" y="282542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経歴</a:t>
            </a:r>
            <a:endParaRPr kumimoji="1"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560996" y="1308296"/>
            <a:ext cx="11280000" cy="5117369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Aft>
                <a:spcPts val="1200"/>
              </a:spcAft>
              <a:buClr>
                <a:schemeClr val="bg1"/>
              </a:buClr>
              <a:buFont typeface="ＭＳ Ｐゴシック" panose="020B0600070205080204" pitchFamily="50" charset="-128"/>
              <a:buChar char="・"/>
              <a:defRPr/>
            </a:lvl1pPr>
            <a:lvl2pPr marL="633730" indent="-36703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2200"/>
            </a:lvl2pPr>
            <a:lvl3pPr marL="719455" indent="-271780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/>
            </a:lvl3pPr>
            <a:lvl4pPr marL="802005" indent="-168275"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400"/>
            </a:lvl4pPr>
            <a:lvl5pPr marL="900430" indent="-18288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09599" y="218366"/>
            <a:ext cx="11247967" cy="720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  <a:endParaRPr kumimoji="1" lang="en-US" altLang="ja-JP" sz="800" spc="0" baseline="0">
              <a:solidFill>
                <a:schemeClr val="bg2"/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6434" cy="6581287"/>
          </a:xfrm>
          <a:custGeom>
            <a:avLst/>
            <a:gdLst/>
            <a:ahLst/>
            <a:cxnLst/>
            <a:rect l="l" t="t" r="r" b="b"/>
            <a:pathLst>
              <a:path w="18294651" h="9871930">
                <a:moveTo>
                  <a:pt x="0" y="0"/>
                </a:moveTo>
                <a:lnTo>
                  <a:pt x="18294651" y="0"/>
                </a:lnTo>
                <a:lnTo>
                  <a:pt x="18294651" y="9871930"/>
                </a:lnTo>
                <a:lnTo>
                  <a:pt x="0" y="98719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434"/>
            </a:stretch>
          </a:blipFill>
        </p:spPr>
      </p:sp>
      <p:sp>
        <p:nvSpPr>
          <p:cNvPr id="4" name="タイトル 3"/>
          <p:cNvSpPr>
            <a:spLocks noGrp="1"/>
          </p:cNvSpPr>
          <p:nvPr/>
        </p:nvSpPr>
        <p:spPr>
          <a:xfrm>
            <a:off x="1980000" y="5760000"/>
            <a:ext cx="8280000" cy="720000"/>
          </a:xfrm>
          <a:prstGeom prst="rect">
            <a:avLst/>
          </a:prstGeom>
          <a:noFill/>
        </p:spPr>
        <p:txBody>
          <a:bodyPr vert="horz" lIns="0" tIns="36000" rIns="0" bIns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bg1"/>
                </a:solidFill>
              </a:rPr>
              <a:t>AI</a:t>
            </a:r>
            <a:r>
              <a:rPr lang="ja-JP" altLang="en-US" dirty="0">
                <a:solidFill>
                  <a:schemeClr val="bg1"/>
                </a:solidFill>
              </a:rPr>
              <a:t>ドリブン開発・教育体制の構築（案）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タイトル 3"/>
          <p:cNvSpPr txBox="1"/>
          <p:nvPr/>
        </p:nvSpPr>
        <p:spPr>
          <a:xfrm>
            <a:off x="0" y="180000"/>
            <a:ext cx="12167870" cy="466090"/>
          </a:xfrm>
          <a:prstGeom prst="rect">
            <a:avLst/>
          </a:prstGeom>
        </p:spPr>
        <p:txBody>
          <a:bodyPr vert="horz" wrap="square" lIns="0" tIns="36000" rIns="0" bIns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2800" dirty="0">
                <a:solidFill>
                  <a:schemeClr val="bg1"/>
                </a:solidFill>
                <a:latin typeface="+mj-ea"/>
              </a:rPr>
              <a:t>【</a:t>
            </a:r>
            <a:r>
              <a:rPr lang="ja-JP" altLang="en-US" sz="2800" dirty="0">
                <a:solidFill>
                  <a:schemeClr val="bg1"/>
                </a:solidFill>
                <a:latin typeface="+mj-ea"/>
              </a:rPr>
              <a:t>開発⼒強化</a:t>
            </a:r>
            <a:r>
              <a:rPr lang="en-US" altLang="ja-JP" sz="2800" dirty="0">
                <a:solidFill>
                  <a:schemeClr val="bg1"/>
                </a:solidFill>
                <a:latin typeface="+mj-ea"/>
              </a:rPr>
              <a:t>】</a:t>
            </a:r>
            <a:r>
              <a:rPr lang="ja-JP" altLang="en-US" sz="2800" dirty="0">
                <a:solidFill>
                  <a:schemeClr val="bg1"/>
                </a:solidFill>
                <a:latin typeface="+mj-ea"/>
              </a:rPr>
              <a:t>開発、保守案件の内製化に向けた育成計画策定</a:t>
            </a:r>
            <a:endParaRPr lang="ja-JP" altLang="en-US" sz="2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" name="字幕 4"/>
          <p:cNvSpPr txBox="1"/>
          <p:nvPr/>
        </p:nvSpPr>
        <p:spPr>
          <a:xfrm>
            <a:off x="7200000" y="4140000"/>
            <a:ext cx="4680000" cy="1152000"/>
          </a:xfrm>
          <a:prstGeom prst="rect">
            <a:avLst/>
          </a:prstGeom>
          <a:noFill/>
        </p:spPr>
        <p:txBody>
          <a:bodyPr lIns="0" tIns="36000" rIns="0" bIns="0" anchor="ctr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None/>
              <a:defRPr kumimoji="1"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 typeface="Wingdings" panose="05000000000000000000" pitchFamily="2" charset="2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b="1" dirty="0">
                <a:solidFill>
                  <a:schemeClr val="bg1"/>
                </a:solidFill>
              </a:rPr>
              <a:t>デジタルソリューション統括部 </a:t>
            </a:r>
            <a:endParaRPr lang="en-US" altLang="ja-JP" b="1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部⾨横断課題 コード・育成チーム </a:t>
            </a:r>
            <a:endParaRPr lang="en-US" altLang="ja-JP" b="1" dirty="0">
              <a:solidFill>
                <a:schemeClr val="bg1"/>
              </a:solidFill>
            </a:endParaRPr>
          </a:p>
          <a:p>
            <a:r>
              <a:rPr lang="en-US" altLang="ja-JP" b="1" dirty="0">
                <a:solidFill>
                  <a:schemeClr val="bg1"/>
                </a:solidFill>
              </a:rPr>
              <a:t>2026</a:t>
            </a:r>
            <a:r>
              <a:rPr lang="ja-JP" altLang="en-US" b="1" dirty="0">
                <a:solidFill>
                  <a:schemeClr val="bg1"/>
                </a:solidFill>
              </a:rPr>
              <a:t>年</a:t>
            </a:r>
            <a:r>
              <a:rPr lang="en-US" altLang="ja-JP" b="1" dirty="0">
                <a:solidFill>
                  <a:schemeClr val="bg1"/>
                </a:solidFill>
              </a:rPr>
              <a:t>1⽉</a:t>
            </a:r>
            <a:endParaRPr lang="en-US" altLang="ja-JP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ジタル部門テンプレート_Options１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 sz="16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WPS Presentation</Application>
  <PresentationFormat>ワイド画面</PresentationFormat>
  <Paragraphs>8</Paragraphs>
  <Slides>1</Slides>
  <Notes>4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ＭＳ Ｐゴシック</vt:lpstr>
      <vt:lpstr>Wingdings</vt:lpstr>
      <vt:lpstr>Arial</vt:lpstr>
      <vt:lpstr>ＭＳ Ｐゴシック</vt:lpstr>
      <vt:lpstr>Meiryo UI</vt:lpstr>
      <vt:lpstr>メイリオ</vt:lpstr>
      <vt:lpstr>Microsoft YaHei</vt:lpstr>
      <vt:lpstr>Arial Unicode MS</vt:lpstr>
      <vt:lpstr>Calibri</vt:lpstr>
      <vt:lpstr>デジタル部門テンプレート_Options１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Sanjukta Datta</dc:creator>
  <cp:lastModifiedBy>h-ham</cp:lastModifiedBy>
  <cp:revision>330</cp:revision>
  <cp:lastPrinted>2015-03-27T02:26:00Z</cp:lastPrinted>
  <dcterms:created xsi:type="dcterms:W3CDTF">2014-11-11T09:42:00Z</dcterms:created>
  <dcterms:modified xsi:type="dcterms:W3CDTF">2026-01-01T08:57:49Z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0x010100626F2472E3CA8C46B06573FF3D8F6954</vt:lpwstr>
  </property>
  <property fmtid="{D5CDD505-2E9C-101B-9397-08002B2CF9AE}" pid="3" name="MediaServiceImageTags">
    <vt:lpwstr/>
  </property>
  <property fmtid="{D5CDD505-2E9C-101B-9397-08002B2CF9AE}" pid="4" name="KSOProductBuildVer">
    <vt:lpwstr>1041-11.8.2.8498</vt:lpwstr>
  </property>
</Properties>
</file>